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0F88-EB27-7F6B-8C40-0746A0FEB6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93D9A-25BB-0C42-5CD5-E8FDD36D8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650E8-9409-5109-041E-FAA3E2D3F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493AD-52B4-5C0B-644E-7B731BA1F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43B859-B5B2-CC9B-7912-5DA30638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825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91EFB-6750-E7C1-0FFC-86A8DA277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F151D-E71B-53CF-B6DF-66F45FB79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4BCBC0-ACBD-682A-0D36-9F665869B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04E07-26FC-BDB4-DCB5-7EF27A62C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FDE9A-7137-38F4-43F6-B6084F081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650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58A06-AD6C-636E-600B-1AE04B72B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A1A1F6-FAF5-F994-0FC0-D7C228E990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D8197-BD3E-C1D6-F4DB-ED00646A3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2D407-4F36-7077-1CDF-1F2779DB2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7F2A0-CE4A-05DA-D4E4-95A0DB36B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901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0F9EE-33DC-DD32-D8A2-FD8F23EFC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A15CC-9027-CF05-DAAC-8BC44EBDF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96FF7F-7FEB-8169-BDE4-FA1069976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79C74B-FA15-3729-28C2-56E674766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94B3E6-44BD-3CBC-FBDA-41674D7EA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EF61D9-52E6-466D-CC3C-7F6C1225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73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E0F8-8D75-F1E1-29DC-104FA0CCE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45CC56-28F3-1C10-BC1A-F17756C08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4A8EA2-9607-C096-8B2D-2FF84A0C61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1B672F-7797-F157-5103-6BFBEB2280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C80360-9101-36D4-1FC6-2E1233AAB8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AC74FA-093B-BE83-DC87-8BA1D1D25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D6DC67-1D2E-13B5-A963-DF443D341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C33E23-567B-F243-0F79-3D8FFBD09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546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DFEAD-E556-5864-456B-1BF70668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486208-AF82-7CE1-A621-DF25520C0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D4A74E-C542-18B3-BF70-9EF26CA46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ABF2C4-AD75-DE19-A3AB-3C812ED34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44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05099B-C8FB-3336-F5EC-6C19160F8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CE414-236B-DFB8-D771-AC437EB06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1D4BB-4FAA-A3AD-A958-7B85B374F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70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08118-2137-3120-C67A-6A79A5743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DAF50-40B5-D60A-9E15-E904A8E5B6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61BC5-01AF-49E6-B91A-7C0DEA8044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880D41-6935-60E7-E019-5105638E5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1E46B-AB95-5C9B-7849-B74F7E5E7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65312F-E86F-DB01-907D-012FA2CA7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4870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5B025-64DC-3634-5195-BCCC1F401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4CE0F-106D-1D18-2035-28BDE5C499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4F5391-C508-8AF1-2998-DA9B3F7FFC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2DA96E-0699-A173-5DDB-DE2522D22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33784-C3B4-5A39-3EA1-C2D068DA8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D83540-7919-A049-0B58-0DE1E8F0C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40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F2994-C94B-0F90-5350-9B1A89525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158A05-AF2B-F90B-0DE7-CD1740796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BF7B9-9404-AB9C-F338-160F9EB1A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EDE70F-BF99-9734-CD60-667D81040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1CFD8-D955-5122-F7C5-B52F1C53A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024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9E96CA-4E9A-08ED-88FA-BFACD2F082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BE2610-6DD8-E8AA-FA21-8DF5283E69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11C9B-EAB8-2FC0-92CE-212A8D1EB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65829-6F22-21DA-BD4F-43C3906B8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7AD8A-A01F-C796-A508-629A85771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281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AD089C-C4ED-CBA0-7C5A-06B7DD67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05597D-A921-2A76-5B69-9EE7FD40A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85497-5544-9E31-1DB6-1985E1A53F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870021-D516-4065-8785-AFBA13B2E6A0}" type="datetimeFigureOut">
              <a:rPr lang="en-US" smtClean="0"/>
              <a:t>09-Jun-26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515F8-BB9A-E030-A74F-FC462F8F48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EF9B7-7715-9054-F32A-11F98CB8D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0E63D6-6BBF-454D-8D07-179E27AA74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575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94743-539E-DB0A-6F32-1A4F4EC5CB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r-Latn-RS"/>
              <a:t>Maskiranje podataka u PostgreSQL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9CA083-28D8-C7C5-A1FD-78C859FDAD3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676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Maskiranje podataka u PostgreSQL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RadiÅ¡a MarkoviÄ‡</dc:creator>
  <cp:lastModifiedBy>RadiÅ¡a MarkoviÄ‡</cp:lastModifiedBy>
  <cp:revision>1</cp:revision>
  <dcterms:created xsi:type="dcterms:W3CDTF">2026-06-09T18:21:01Z</dcterms:created>
  <dcterms:modified xsi:type="dcterms:W3CDTF">2026-06-09T18:30:28Z</dcterms:modified>
</cp:coreProperties>
</file>